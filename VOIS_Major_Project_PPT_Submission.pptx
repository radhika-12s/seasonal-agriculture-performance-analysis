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47" r:id="rId8"/>
    <p:sldId id="329" r:id="rId9"/>
    <p:sldId id="302" r:id="rId10"/>
    <p:sldId id="339" r:id="rId11"/>
    <p:sldId id="340" r:id="rId12"/>
    <p:sldId id="344" r:id="rId13"/>
    <p:sldId id="345" r:id="rId14"/>
    <p:sldId id="346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02528B-4D20-41D7-8D81-9620E6C24B60}" v="229" dt="2026-09-15T04:41:38.82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85042" autoAdjust="0"/>
  </p:normalViewPr>
  <p:slideViewPr>
    <p:cSldViewPr snapToGrid="0">
      <p:cViewPr>
        <p:scale>
          <a:sx n="50" d="100"/>
          <a:sy n="50" d="100"/>
        </p:scale>
        <p:origin x="29" y="25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-461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hika Singh" userId="3f440a06942a558b" providerId="LiveId" clId="{DCEE04CD-BCEC-4D02-924D-120B929C409E}"/>
    <pc:docChg chg="undo custSel addSld modSld">
      <pc:chgData name="Radhika Singh" userId="3f440a06942a558b" providerId="LiveId" clId="{DCEE04CD-BCEC-4D02-924D-120B929C409E}" dt="2026-09-15T04:41:47.472" v="393" actId="20577"/>
      <pc:docMkLst>
        <pc:docMk/>
      </pc:docMkLst>
      <pc:sldChg chg="addSp delSp modSp mod delAnim">
        <pc:chgData name="Radhika Singh" userId="3f440a06942a558b" providerId="LiveId" clId="{DCEE04CD-BCEC-4D02-924D-120B929C409E}" dt="2026-09-15T04:27:18.704" v="299" actId="20577"/>
        <pc:sldMkLst>
          <pc:docMk/>
          <pc:sldMk cId="1341901065" sldId="302"/>
        </pc:sldMkLst>
        <pc:spChg chg="del mod">
          <ac:chgData name="Radhika Singh" userId="3f440a06942a558b" providerId="LiveId" clId="{DCEE04CD-BCEC-4D02-924D-120B929C409E}" dt="2026-09-15T04:17:49.364" v="219" actId="478"/>
          <ac:spMkLst>
            <pc:docMk/>
            <pc:sldMk cId="1341901065" sldId="302"/>
            <ac:spMk id="7" creationId="{B21C28F5-3CA3-4B78-B5C9-550C00BB3174}"/>
          </ac:spMkLst>
        </pc:spChg>
        <pc:graphicFrameChg chg="add mod modGraphic">
          <ac:chgData name="Radhika Singh" userId="3f440a06942a558b" providerId="LiveId" clId="{DCEE04CD-BCEC-4D02-924D-120B929C409E}" dt="2026-09-15T04:27:18.704" v="299" actId="20577"/>
          <ac:graphicFrameMkLst>
            <pc:docMk/>
            <pc:sldMk cId="1341901065" sldId="302"/>
            <ac:graphicFrameMk id="3" creationId="{ECCA5AFE-781E-9671-97CD-3E4E4CA7A4CB}"/>
          </ac:graphicFrameMkLst>
        </pc:graphicFrameChg>
      </pc:sldChg>
      <pc:sldChg chg="delSp modSp mod">
        <pc:chgData name="Radhika Singh" userId="3f440a06942a558b" providerId="LiveId" clId="{DCEE04CD-BCEC-4D02-924D-120B929C409E}" dt="2026-09-15T04:25:13.924" v="296" actId="403"/>
        <pc:sldMkLst>
          <pc:docMk/>
          <pc:sldMk cId="3401748718" sldId="304"/>
        </pc:sldMkLst>
        <pc:spChg chg="mod">
          <ac:chgData name="Radhika Singh" userId="3f440a06942a558b" providerId="LiveId" clId="{DCEE04CD-BCEC-4D02-924D-120B929C409E}" dt="2026-09-15T04:25:13.924" v="296" actId="403"/>
          <ac:spMkLst>
            <pc:docMk/>
            <pc:sldMk cId="3401748718" sldId="304"/>
            <ac:spMk id="3" creationId="{D88C20CF-C1EE-4092-B52D-FD4AB2AB2508}"/>
          </ac:spMkLst>
        </pc:spChg>
        <pc:spChg chg="del">
          <ac:chgData name="Radhika Singh" userId="3f440a06942a558b" providerId="LiveId" clId="{DCEE04CD-BCEC-4D02-924D-120B929C409E}" dt="2026-09-15T04:25:03.173" v="292" actId="478"/>
          <ac:spMkLst>
            <pc:docMk/>
            <pc:sldMk cId="3401748718" sldId="304"/>
            <ac:spMk id="12" creationId="{BC277FD7-925B-4C3D-A364-118403201507}"/>
          </ac:spMkLst>
        </pc:spChg>
      </pc:sldChg>
      <pc:sldChg chg="addSp modSp mod">
        <pc:chgData name="Radhika Singh" userId="3f440a06942a558b" providerId="LiveId" clId="{DCEE04CD-BCEC-4D02-924D-120B929C409E}" dt="2026-09-15T04:15:36.397" v="196" actId="404"/>
        <pc:sldMkLst>
          <pc:docMk/>
          <pc:sldMk cId="3696770303" sldId="315"/>
        </pc:sldMkLst>
        <pc:spChg chg="add mod">
          <ac:chgData name="Radhika Singh" userId="3f440a06942a558b" providerId="LiveId" clId="{DCEE04CD-BCEC-4D02-924D-120B929C409E}" dt="2026-09-15T04:15:36.397" v="196" actId="404"/>
          <ac:spMkLst>
            <pc:docMk/>
            <pc:sldMk cId="3696770303" sldId="315"/>
            <ac:spMk id="2" creationId="{C477FF4F-A1CC-7926-D486-FEE52E3941E8}"/>
          </ac:spMkLst>
        </pc:spChg>
        <pc:spChg chg="mod">
          <ac:chgData name="Radhika Singh" userId="3f440a06942a558b" providerId="LiveId" clId="{DCEE04CD-BCEC-4D02-924D-120B929C409E}" dt="2026-09-15T04:15:06.945" v="190" actId="1076"/>
          <ac:spMkLst>
            <pc:docMk/>
            <pc:sldMk cId="3696770303" sldId="315"/>
            <ac:spMk id="3" creationId="{EBF2FBC7-3552-4F01-BB27-8BEEE74F7277}"/>
          </ac:spMkLst>
        </pc:spChg>
      </pc:sldChg>
      <pc:sldChg chg="addSp delSp modSp mod modAnim">
        <pc:chgData name="Radhika Singh" userId="3f440a06942a558b" providerId="LiveId" clId="{DCEE04CD-BCEC-4D02-924D-120B929C409E}" dt="2026-09-15T04:15:00.325" v="189" actId="1076"/>
        <pc:sldMkLst>
          <pc:docMk/>
          <pc:sldMk cId="3098548442" sldId="327"/>
        </pc:sldMkLst>
        <pc:spChg chg="mod">
          <ac:chgData name="Radhika Singh" userId="3f440a06942a558b" providerId="LiveId" clId="{DCEE04CD-BCEC-4D02-924D-120B929C409E}" dt="2026-09-15T04:13:52.021" v="171" actId="15"/>
          <ac:spMkLst>
            <pc:docMk/>
            <pc:sldMk cId="3098548442" sldId="327"/>
            <ac:spMk id="2" creationId="{E46E4DD1-270B-4C80-AFF0-EB26F132AF36}"/>
          </ac:spMkLst>
        </pc:spChg>
        <pc:spChg chg="add mod">
          <ac:chgData name="Radhika Singh" userId="3f440a06942a558b" providerId="LiveId" clId="{DCEE04CD-BCEC-4D02-924D-120B929C409E}" dt="2026-09-15T04:12:06.658" v="159" actId="767"/>
          <ac:spMkLst>
            <pc:docMk/>
            <pc:sldMk cId="3098548442" sldId="327"/>
            <ac:spMk id="3" creationId="{E3B0D60E-9E32-F560-EC4C-B1FA35306309}"/>
          </ac:spMkLst>
        </pc:spChg>
        <pc:spChg chg="mod">
          <ac:chgData name="Radhika Singh" userId="3f440a06942a558b" providerId="LiveId" clId="{DCEE04CD-BCEC-4D02-924D-120B929C409E}" dt="2026-09-15T04:15:00.325" v="189" actId="1076"/>
          <ac:spMkLst>
            <pc:docMk/>
            <pc:sldMk cId="3098548442" sldId="327"/>
            <ac:spMk id="4" creationId="{777CC02B-F7C6-47A8-8C3E-C57C417D9EA3}"/>
          </ac:spMkLst>
        </pc:spChg>
        <pc:spChg chg="add del mod">
          <ac:chgData name="Radhika Singh" userId="3f440a06942a558b" providerId="LiveId" clId="{DCEE04CD-BCEC-4D02-924D-120B929C409E}" dt="2026-09-15T04:12:28.726" v="166"/>
          <ac:spMkLst>
            <pc:docMk/>
            <pc:sldMk cId="3098548442" sldId="327"/>
            <ac:spMk id="7" creationId="{ACB71C0E-4947-658D-D232-2D7C0096C792}"/>
          </ac:spMkLst>
        </pc:spChg>
      </pc:sldChg>
      <pc:sldChg chg="modSp mod modAnim">
        <pc:chgData name="Radhika Singh" userId="3f440a06942a558b" providerId="LiveId" clId="{DCEE04CD-BCEC-4D02-924D-120B929C409E}" dt="2026-09-15T04:16:55.780" v="213" actId="20577"/>
        <pc:sldMkLst>
          <pc:docMk/>
          <pc:sldMk cId="48075006" sldId="329"/>
        </pc:sldMkLst>
        <pc:spChg chg="mod">
          <ac:chgData name="Radhika Singh" userId="3f440a06942a558b" providerId="LiveId" clId="{DCEE04CD-BCEC-4D02-924D-120B929C409E}" dt="2026-09-15T04:16:55.780" v="213" actId="20577"/>
          <ac:spMkLst>
            <pc:docMk/>
            <pc:sldMk cId="48075006" sldId="329"/>
            <ac:spMk id="2" creationId="{664E3B60-2780-459A-8583-F095D5E7463A}"/>
          </ac:spMkLst>
        </pc:spChg>
      </pc:sldChg>
      <pc:sldChg chg="addSp delSp modSp mod delAnim modAnim">
        <pc:chgData name="Radhika Singh" userId="3f440a06942a558b" providerId="LiveId" clId="{DCEE04CD-BCEC-4D02-924D-120B929C409E}" dt="2026-09-15T04:11:21.318" v="136" actId="403"/>
        <pc:sldMkLst>
          <pc:docMk/>
          <pc:sldMk cId="1604013440" sldId="338"/>
        </pc:sldMkLst>
        <pc:spChg chg="del mod">
          <ac:chgData name="Radhika Singh" userId="3f440a06942a558b" providerId="LiveId" clId="{DCEE04CD-BCEC-4D02-924D-120B929C409E}" dt="2026-09-15T04:08:28.859" v="92" actId="478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Radhika Singh" userId="3f440a06942a558b" providerId="LiveId" clId="{DCEE04CD-BCEC-4D02-924D-120B929C409E}" dt="2026-09-15T04:10:19.586" v="122" actId="1076"/>
          <ac:spMkLst>
            <pc:docMk/>
            <pc:sldMk cId="1604013440" sldId="338"/>
            <ac:spMk id="3" creationId="{17F04107-8754-E47D-3375-529E689711FA}"/>
          </ac:spMkLst>
        </pc:spChg>
        <pc:spChg chg="mod">
          <ac:chgData name="Radhika Singh" userId="3f440a06942a558b" providerId="LiveId" clId="{DCEE04CD-BCEC-4D02-924D-120B929C409E}" dt="2026-09-15T04:10:46.633" v="130" actId="5793"/>
          <ac:spMkLst>
            <pc:docMk/>
            <pc:sldMk cId="1604013440" sldId="338"/>
            <ac:spMk id="4" creationId="{92056599-CDAA-4367-BEF8-31D6E32518C8}"/>
          </ac:spMkLst>
        </pc:spChg>
        <pc:spChg chg="add del mod">
          <ac:chgData name="Radhika Singh" userId="3f440a06942a558b" providerId="LiveId" clId="{DCEE04CD-BCEC-4D02-924D-120B929C409E}" dt="2026-09-15T04:08:31.212" v="93" actId="478"/>
          <ac:spMkLst>
            <pc:docMk/>
            <pc:sldMk cId="1604013440" sldId="338"/>
            <ac:spMk id="7" creationId="{8F2C4FA4-F6A8-83E8-E2B5-D93F9B8E6F66}"/>
          </ac:spMkLst>
        </pc:spChg>
        <pc:spChg chg="add mod">
          <ac:chgData name="Radhika Singh" userId="3f440a06942a558b" providerId="LiveId" clId="{DCEE04CD-BCEC-4D02-924D-120B929C409E}" dt="2026-09-15T04:11:21.318" v="136" actId="403"/>
          <ac:spMkLst>
            <pc:docMk/>
            <pc:sldMk cId="1604013440" sldId="338"/>
            <ac:spMk id="8" creationId="{55E82244-B7C3-C2A6-9353-D2573850ACC1}"/>
          </ac:spMkLst>
        </pc:spChg>
        <pc:spChg chg="del">
          <ac:chgData name="Radhika Singh" userId="3f440a06942a558b" providerId="LiveId" clId="{DCEE04CD-BCEC-4D02-924D-120B929C409E}" dt="2026-09-15T04:08:58.049" v="105" actId="478"/>
          <ac:spMkLst>
            <pc:docMk/>
            <pc:sldMk cId="1604013440" sldId="338"/>
            <ac:spMk id="15" creationId="{824B8A32-9AB3-457E-82E1-C85D3203CE35}"/>
          </ac:spMkLst>
        </pc:spChg>
      </pc:sldChg>
      <pc:sldChg chg="addSp modSp mod">
        <pc:chgData name="Radhika Singh" userId="3f440a06942a558b" providerId="LiveId" clId="{DCEE04CD-BCEC-4D02-924D-120B929C409E}" dt="2026-09-15T04:33:57.490" v="319" actId="14100"/>
        <pc:sldMkLst>
          <pc:docMk/>
          <pc:sldMk cId="1086225493" sldId="339"/>
        </pc:sldMkLst>
        <pc:spChg chg="mod">
          <ac:chgData name="Radhika Singh" userId="3f440a06942a558b" providerId="LiveId" clId="{DCEE04CD-BCEC-4D02-924D-120B929C409E}" dt="2026-09-15T04:33:49.211" v="318" actId="404"/>
          <ac:spMkLst>
            <pc:docMk/>
            <pc:sldMk cId="1086225493" sldId="339"/>
            <ac:spMk id="4" creationId="{AFE3A2AF-177E-45E6-A191-0F8523DB7FFA}"/>
          </ac:spMkLst>
        </pc:spChg>
        <pc:picChg chg="add mod">
          <ac:chgData name="Radhika Singh" userId="3f440a06942a558b" providerId="LiveId" clId="{DCEE04CD-BCEC-4D02-924D-120B929C409E}" dt="2026-09-15T04:33:57.490" v="319" actId="14100"/>
          <ac:picMkLst>
            <pc:docMk/>
            <pc:sldMk cId="1086225493" sldId="339"/>
            <ac:picMk id="2" creationId="{732AC0C9-572B-3CE1-4D2C-01B8F223A6D4}"/>
          </ac:picMkLst>
        </pc:picChg>
      </pc:sldChg>
      <pc:sldChg chg="addSp modSp mod modNotesTx">
        <pc:chgData name="Radhika Singh" userId="3f440a06942a558b" providerId="LiveId" clId="{DCEE04CD-BCEC-4D02-924D-120B929C409E}" dt="2026-09-15T04:36:46.124" v="341" actId="404"/>
        <pc:sldMkLst>
          <pc:docMk/>
          <pc:sldMk cId="3849627828" sldId="340"/>
        </pc:sldMkLst>
        <pc:spChg chg="mod">
          <ac:chgData name="Radhika Singh" userId="3f440a06942a558b" providerId="LiveId" clId="{DCEE04CD-BCEC-4D02-924D-120B929C409E}" dt="2026-09-15T04:36:05.233" v="332"/>
          <ac:spMkLst>
            <pc:docMk/>
            <pc:sldMk cId="3849627828" sldId="340"/>
            <ac:spMk id="4" creationId="{6D5AF756-BADB-9E87-14AC-F87A8C7463BF}"/>
          </ac:spMkLst>
        </pc:spChg>
        <pc:picChg chg="add mod">
          <ac:chgData name="Radhika Singh" userId="3f440a06942a558b" providerId="LiveId" clId="{DCEE04CD-BCEC-4D02-924D-120B929C409E}" dt="2026-09-15T04:35:18.130" v="322" actId="1076"/>
          <ac:picMkLst>
            <pc:docMk/>
            <pc:sldMk cId="3849627828" sldId="340"/>
            <ac:picMk id="2" creationId="{AF3420F7-E734-1740-CE3E-BB5E921D2D0B}"/>
          </ac:picMkLst>
        </pc:picChg>
      </pc:sldChg>
      <pc:sldChg chg="addSp delSp modSp mod delAnim modAnim">
        <pc:chgData name="Radhika Singh" userId="3f440a06942a558b" providerId="LiveId" clId="{DCEE04CD-BCEC-4D02-924D-120B929C409E}" dt="2026-09-15T04:26:55.417" v="297" actId="313"/>
        <pc:sldMkLst>
          <pc:docMk/>
          <pc:sldMk cId="776828144" sldId="341"/>
        </pc:sldMkLst>
        <pc:spChg chg="add del mod">
          <ac:chgData name="Radhika Singh" userId="3f440a06942a558b" providerId="LiveId" clId="{DCEE04CD-BCEC-4D02-924D-120B929C409E}" dt="2026-09-15T04:22:02.397" v="255"/>
          <ac:spMkLst>
            <pc:docMk/>
            <pc:sldMk cId="776828144" sldId="341"/>
            <ac:spMk id="2" creationId="{B83EED0C-9641-F2CE-776B-641AAA0C30DE}"/>
          </ac:spMkLst>
        </pc:spChg>
        <pc:spChg chg="add del mod">
          <ac:chgData name="Radhika Singh" userId="3f440a06942a558b" providerId="LiveId" clId="{DCEE04CD-BCEC-4D02-924D-120B929C409E}" dt="2026-09-15T04:22:26.034" v="266"/>
          <ac:spMkLst>
            <pc:docMk/>
            <pc:sldMk cId="776828144" sldId="341"/>
            <ac:spMk id="3" creationId="{92E42A52-943E-4819-5419-B2A4EF9BCA52}"/>
          </ac:spMkLst>
        </pc:spChg>
        <pc:spChg chg="mod">
          <ac:chgData name="Radhika Singh" userId="3f440a06942a558b" providerId="LiveId" clId="{DCEE04CD-BCEC-4D02-924D-120B929C409E}" dt="2026-09-15T04:23:05.568" v="279" actId="1076"/>
          <ac:spMkLst>
            <pc:docMk/>
            <pc:sldMk cId="776828144" sldId="341"/>
            <ac:spMk id="4" creationId="{9B097C2C-D75A-31D4-CD9F-366F39CDE51D}"/>
          </ac:spMkLst>
        </pc:spChg>
        <pc:spChg chg="add mod">
          <ac:chgData name="Radhika Singh" userId="3f440a06942a558b" providerId="LiveId" clId="{DCEE04CD-BCEC-4D02-924D-120B929C409E}" dt="2026-09-15T04:26:55.417" v="297" actId="313"/>
          <ac:spMkLst>
            <pc:docMk/>
            <pc:sldMk cId="776828144" sldId="341"/>
            <ac:spMk id="6" creationId="{8AA7492E-C6C0-51B7-33E2-A3749E8F3ED7}"/>
          </ac:spMkLst>
        </pc:spChg>
        <pc:spChg chg="del mod">
          <ac:chgData name="Radhika Singh" userId="3f440a06942a558b" providerId="LiveId" clId="{DCEE04CD-BCEC-4D02-924D-120B929C409E}" dt="2026-09-15T04:22:26.034" v="264" actId="478"/>
          <ac:spMkLst>
            <pc:docMk/>
            <pc:sldMk cId="776828144" sldId="341"/>
            <ac:spMk id="7" creationId="{B7444DDE-63A3-9721-77CC-C93FED110DAF}"/>
          </ac:spMkLst>
        </pc:spChg>
      </pc:sldChg>
      <pc:sldChg chg="modSp mod">
        <pc:chgData name="Radhika Singh" userId="3f440a06942a558b" providerId="LiveId" clId="{DCEE04CD-BCEC-4D02-924D-120B929C409E}" dt="2026-09-15T04:27:27.605" v="300" actId="20577"/>
        <pc:sldMkLst>
          <pc:docMk/>
          <pc:sldMk cId="3863610428" sldId="342"/>
        </pc:sldMkLst>
        <pc:spChg chg="mod">
          <ac:chgData name="Radhika Singh" userId="3f440a06942a558b" providerId="LiveId" clId="{DCEE04CD-BCEC-4D02-924D-120B929C409E}" dt="2026-09-15T04:27:27.605" v="300" actId="20577"/>
          <ac:spMkLst>
            <pc:docMk/>
            <pc:sldMk cId="3863610428" sldId="342"/>
            <ac:spMk id="3" creationId="{5F0B37E4-66B1-8633-7266-68B321742757}"/>
          </ac:spMkLst>
        </pc:spChg>
      </pc:sldChg>
      <pc:sldChg chg="addSp modSp mod">
        <pc:chgData name="Radhika Singh" userId="3f440a06942a558b" providerId="LiveId" clId="{DCEE04CD-BCEC-4D02-924D-120B929C409E}" dt="2026-09-15T04:24:57.676" v="291" actId="14100"/>
        <pc:sldMkLst>
          <pc:docMk/>
          <pc:sldMk cId="3962802212" sldId="343"/>
        </pc:sldMkLst>
        <pc:picChg chg="add mod">
          <ac:chgData name="Radhika Singh" userId="3f440a06942a558b" providerId="LiveId" clId="{DCEE04CD-BCEC-4D02-924D-120B929C409E}" dt="2026-09-15T04:24:57.676" v="291" actId="14100"/>
          <ac:picMkLst>
            <pc:docMk/>
            <pc:sldMk cId="3962802212" sldId="343"/>
            <ac:picMk id="3" creationId="{4F71144E-B0D0-6A16-A31F-B6E3683C6CE8}"/>
          </ac:picMkLst>
        </pc:picChg>
      </pc:sldChg>
      <pc:sldChg chg="addSp modSp mod modAnim modNotesTx">
        <pc:chgData name="Radhika Singh" userId="3f440a06942a558b" providerId="LiveId" clId="{DCEE04CD-BCEC-4D02-924D-120B929C409E}" dt="2026-09-15T04:38:41.705" v="360" actId="20577"/>
        <pc:sldMkLst>
          <pc:docMk/>
          <pc:sldMk cId="1698901770" sldId="344"/>
        </pc:sldMkLst>
        <pc:spChg chg="mod">
          <ac:chgData name="Radhika Singh" userId="3f440a06942a558b" providerId="LiveId" clId="{DCEE04CD-BCEC-4D02-924D-120B929C409E}" dt="2026-09-15T04:38:06.726" v="357" actId="14100"/>
          <ac:spMkLst>
            <pc:docMk/>
            <pc:sldMk cId="1698901770" sldId="344"/>
            <ac:spMk id="4" creationId="{DFCD5524-F764-DC63-6F54-D48057CF17B7}"/>
          </ac:spMkLst>
        </pc:spChg>
        <pc:picChg chg="add mod">
          <ac:chgData name="Radhika Singh" userId="3f440a06942a558b" providerId="LiveId" clId="{DCEE04CD-BCEC-4D02-924D-120B929C409E}" dt="2026-09-15T04:38:11.661" v="358" actId="1076"/>
          <ac:picMkLst>
            <pc:docMk/>
            <pc:sldMk cId="1698901770" sldId="344"/>
            <ac:picMk id="2" creationId="{BA23539D-F026-BEF2-66A9-69671D4EE545}"/>
          </ac:picMkLst>
        </pc:picChg>
      </pc:sldChg>
      <pc:sldChg chg="addSp delSp modSp mod delAnim modNotesTx">
        <pc:chgData name="Radhika Singh" userId="3f440a06942a558b" providerId="LiveId" clId="{DCEE04CD-BCEC-4D02-924D-120B929C409E}" dt="2026-09-15T04:40:17.725" v="374" actId="20577"/>
        <pc:sldMkLst>
          <pc:docMk/>
          <pc:sldMk cId="1903979828" sldId="345"/>
        </pc:sldMkLst>
        <pc:spChg chg="add del mod">
          <ac:chgData name="Radhika Singh" userId="3f440a06942a558b" providerId="LiveId" clId="{DCEE04CD-BCEC-4D02-924D-120B929C409E}" dt="2026-09-15T04:39:18.664" v="369" actId="478"/>
          <ac:spMkLst>
            <pc:docMk/>
            <pc:sldMk cId="1903979828" sldId="345"/>
            <ac:spMk id="3" creationId="{E2D9816C-B190-3878-9108-1541B3C6F3EA}"/>
          </ac:spMkLst>
        </pc:spChg>
        <pc:spChg chg="mod">
          <ac:chgData name="Radhika Singh" userId="3f440a06942a558b" providerId="LiveId" clId="{DCEE04CD-BCEC-4D02-924D-120B929C409E}" dt="2026-09-15T04:39:13.613" v="367" actId="14100"/>
          <ac:spMkLst>
            <pc:docMk/>
            <pc:sldMk cId="1903979828" sldId="345"/>
            <ac:spMk id="4" creationId="{15FD49EE-0956-AAE3-737B-15F7D4267C1A}"/>
          </ac:spMkLst>
        </pc:spChg>
        <pc:spChg chg="del">
          <ac:chgData name="Radhika Singh" userId="3f440a06942a558b" providerId="LiveId" clId="{DCEE04CD-BCEC-4D02-924D-120B929C409E}" dt="2026-09-15T04:39:16.934" v="368" actId="478"/>
          <ac:spMkLst>
            <pc:docMk/>
            <pc:sldMk cId="1903979828" sldId="345"/>
            <ac:spMk id="10" creationId="{2B7B89A1-9444-8322-CADC-42D31D698FA8}"/>
          </ac:spMkLst>
        </pc:spChg>
        <pc:picChg chg="add mod">
          <ac:chgData name="Radhika Singh" userId="3f440a06942a558b" providerId="LiveId" clId="{DCEE04CD-BCEC-4D02-924D-120B929C409E}" dt="2026-09-15T04:39:50.631" v="372" actId="1076"/>
          <ac:picMkLst>
            <pc:docMk/>
            <pc:sldMk cId="1903979828" sldId="345"/>
            <ac:picMk id="6" creationId="{67FB4077-84A5-1B44-FE51-CBFC24B5A959}"/>
          </ac:picMkLst>
        </pc:picChg>
      </pc:sldChg>
      <pc:sldChg chg="addSp delSp modSp mod delAnim modNotesTx">
        <pc:chgData name="Radhika Singh" userId="3f440a06942a558b" providerId="LiveId" clId="{DCEE04CD-BCEC-4D02-924D-120B929C409E}" dt="2026-09-15T04:41:47.472" v="393" actId="20577"/>
        <pc:sldMkLst>
          <pc:docMk/>
          <pc:sldMk cId="1421522261" sldId="346"/>
        </pc:sldMkLst>
        <pc:spChg chg="add del mod">
          <ac:chgData name="Radhika Singh" userId="3f440a06942a558b" providerId="LiveId" clId="{DCEE04CD-BCEC-4D02-924D-120B929C409E}" dt="2026-09-15T04:41:22.761" v="389"/>
          <ac:spMkLst>
            <pc:docMk/>
            <pc:sldMk cId="1421522261" sldId="346"/>
            <ac:spMk id="3" creationId="{E6B623B3-1653-3381-C5BC-D20FF7B575C0}"/>
          </ac:spMkLst>
        </pc:spChg>
        <pc:spChg chg="mod">
          <ac:chgData name="Radhika Singh" userId="3f440a06942a558b" providerId="LiveId" clId="{DCEE04CD-BCEC-4D02-924D-120B929C409E}" dt="2026-09-15T04:41:17.004" v="385" actId="14100"/>
          <ac:spMkLst>
            <pc:docMk/>
            <pc:sldMk cId="1421522261" sldId="346"/>
            <ac:spMk id="4" creationId="{99E35150-35BD-1B1F-9A8C-890DBFDF3B54}"/>
          </ac:spMkLst>
        </pc:spChg>
        <pc:spChg chg="add del mod">
          <ac:chgData name="Radhika Singh" userId="3f440a06942a558b" providerId="LiveId" clId="{DCEE04CD-BCEC-4D02-924D-120B929C409E}" dt="2026-09-15T04:41:25.369" v="390" actId="478"/>
          <ac:spMkLst>
            <pc:docMk/>
            <pc:sldMk cId="1421522261" sldId="346"/>
            <ac:spMk id="9" creationId="{552DC759-6CEA-4B5E-7970-06C7254C57FF}"/>
          </ac:spMkLst>
        </pc:spChg>
        <pc:spChg chg="del">
          <ac:chgData name="Radhika Singh" userId="3f440a06942a558b" providerId="LiveId" clId="{DCEE04CD-BCEC-4D02-924D-120B929C409E}" dt="2026-09-15T04:41:22.761" v="387" actId="478"/>
          <ac:spMkLst>
            <pc:docMk/>
            <pc:sldMk cId="1421522261" sldId="346"/>
            <ac:spMk id="10" creationId="{F85C769B-425A-FE3B-E47A-3B747985DC52}"/>
          </ac:spMkLst>
        </pc:spChg>
        <pc:picChg chg="add mod">
          <ac:chgData name="Radhika Singh" userId="3f440a06942a558b" providerId="LiveId" clId="{DCEE04CD-BCEC-4D02-924D-120B929C409E}" dt="2026-09-15T04:41:28.867" v="391" actId="1076"/>
          <ac:picMkLst>
            <pc:docMk/>
            <pc:sldMk cId="1421522261" sldId="346"/>
            <ac:picMk id="2" creationId="{88F124CC-1501-5275-FF8B-3148F9258237}"/>
          </ac:picMkLst>
        </pc:picChg>
      </pc:sldChg>
      <pc:sldChg chg="modSp add mod">
        <pc:chgData name="Radhika Singh" userId="3f440a06942a558b" providerId="LiveId" clId="{DCEE04CD-BCEC-4D02-924D-120B929C409E}" dt="2026-09-15T04:16:27.623" v="204" actId="313"/>
        <pc:sldMkLst>
          <pc:docMk/>
          <pc:sldMk cId="3075890489" sldId="347"/>
        </pc:sldMkLst>
        <pc:spChg chg="mod">
          <ac:chgData name="Radhika Singh" userId="3f440a06942a558b" providerId="LiveId" clId="{DCEE04CD-BCEC-4D02-924D-120B929C409E}" dt="2026-09-15T04:16:27.623" v="204" actId="313"/>
          <ac:spMkLst>
            <pc:docMk/>
            <pc:sldMk cId="3075890489" sldId="347"/>
            <ac:spMk id="2" creationId="{DA4A0500-90C3-D38F-920B-2F3104246AF3}"/>
          </ac:spMkLst>
        </pc:spChg>
        <pc:spChg chg="mod">
          <ac:chgData name="Radhika Singh" userId="3f440a06942a558b" providerId="LiveId" clId="{DCEE04CD-BCEC-4D02-924D-120B929C409E}" dt="2026-09-15T04:16:05.408" v="199" actId="27636"/>
          <ac:spMkLst>
            <pc:docMk/>
            <pc:sldMk cId="3075890489" sldId="347"/>
            <ac:spMk id="3" creationId="{7EC16172-C6BC-B189-96FF-CF5DE0EBA6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b="1" dirty="0"/>
              <a:t>Key Observation:</a:t>
            </a:r>
            <a:r>
              <a:rPr lang="en-IN" dirty="0"/>
              <a:t> Kharif showed the strongest average performance, while Zaid recorded the lowest average yield, production and profit.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3416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900" b="1" dirty="0"/>
              <a:t>IQR Method was used to identify unusually high or low observations.</a:t>
            </a:r>
            <a:endParaRPr lang="en-IN" sz="900" dirty="0"/>
          </a:p>
          <a:p>
            <a:endParaRPr lang="en-IN" sz="900" b="1" dirty="0"/>
          </a:p>
          <a:p>
            <a:r>
              <a:rPr lang="en-IN" sz="900" b="1" dirty="0"/>
              <a:t>Key Observation:</a:t>
            </a:r>
            <a:r>
              <a:rPr lang="en-IN" sz="900" dirty="0"/>
              <a:t> Profit had the highest number of detected outliers (404; 10.10%). </a:t>
            </a:r>
          </a:p>
          <a:p>
            <a:endParaRPr lang="en-IN" sz="900" dirty="0"/>
          </a:p>
          <a:p>
            <a:r>
              <a:rPr lang="en-IN" sz="900" dirty="0"/>
              <a:t>Outliers were retained because they may represent genuine differences in farm-scale, production, price, cost or efficiency.</a:t>
            </a:r>
          </a:p>
          <a:p>
            <a:endParaRPr lang="en-IN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5013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analysis examined the relationship between revenue and farm profit using a scatter plot with regression analysis.</a:t>
            </a:r>
          </a:p>
          <a:p>
            <a:endParaRPr lang="en-IN" b="1" dirty="0"/>
          </a:p>
          <a:p>
            <a:r>
              <a:rPr lang="en-IN" b="1" dirty="0"/>
              <a:t>Key Observation:</a:t>
            </a:r>
            <a:r>
              <a:rPr lang="en-IN" dirty="0"/>
              <a:t> Revenue and profit were </a:t>
            </a:r>
            <a:r>
              <a:rPr lang="en-IN" dirty="0" err="1"/>
              <a:t>analyzed</a:t>
            </a:r>
            <a:r>
              <a:rPr lang="en-IN" dirty="0"/>
              <a:t> together to understand their association in the dataset.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9182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Average production was compared across different irrigation methods to examine differences in agricultural performance.</a:t>
            </a:r>
          </a:p>
          <a:p>
            <a:endParaRPr lang="en-IN" b="1" dirty="0"/>
          </a:p>
          <a:p>
            <a:r>
              <a:rPr lang="en-IN" b="1" dirty="0"/>
              <a:t>Key Observation:</a:t>
            </a:r>
            <a:r>
              <a:rPr lang="en-IN" dirty="0"/>
              <a:t> Irrigation methods showed differences in average production.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8391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Average disease/pest risk was compared across irrigation methods to identify differences in observed agricultural risk levels.</a:t>
            </a:r>
          </a:p>
          <a:p>
            <a:endParaRPr lang="en-IN" b="1"/>
          </a:p>
          <a:p>
            <a:r>
              <a:rPr lang="en-IN" b="1"/>
              <a:t>Key </a:t>
            </a:r>
            <a:r>
              <a:rPr lang="en-IN" b="1" dirty="0"/>
              <a:t>Observation:</a:t>
            </a:r>
            <a:r>
              <a:rPr lang="en-IN" dirty="0"/>
              <a:t> Disease/pest risk varied across irrigation methods in the dataset.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882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13684"/>
            <a:ext cx="9291003" cy="1059155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</a:t>
            </a:r>
            <a:br>
              <a:rPr lang="en-GB" sz="3200" dirty="0"/>
            </a:br>
            <a:r>
              <a:rPr lang="en-IN" sz="3200" b="1" dirty="0"/>
              <a:t>SEASONAL AGRICULTURE PERFORMANCE ANALYSIS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5" y="4408269"/>
            <a:ext cx="503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b="1" dirty="0"/>
              <a:t>STU692ee45c16a131764680796</a:t>
            </a:r>
            <a:endParaRPr lang="en-US" b="1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55E82244-B7C3-C2A6-9353-D2573850ACC1}"/>
              </a:ext>
            </a:extLst>
          </p:cNvPr>
          <p:cNvSpPr txBox="1">
            <a:spLocks/>
          </p:cNvSpPr>
          <p:nvPr/>
        </p:nvSpPr>
        <p:spPr>
          <a:xfrm>
            <a:off x="675955" y="3672839"/>
            <a:ext cx="9915843" cy="6463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000" b="1" dirty="0"/>
              <a:t>Name:</a:t>
            </a:r>
            <a:r>
              <a:rPr lang="en-IN" sz="2000" dirty="0"/>
              <a:t> Radhika Ashok Bhadoriya</a:t>
            </a:r>
          </a:p>
          <a:p>
            <a:r>
              <a:rPr lang="en-IN" sz="2000" b="1" dirty="0"/>
              <a:t>College:</a:t>
            </a:r>
            <a:r>
              <a:rPr lang="en-IN" sz="2000" dirty="0"/>
              <a:t> Prestige Institute of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102" y="2145546"/>
            <a:ext cx="7942617" cy="451941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IN" sz="2800" dirty="0"/>
              <a:t>Agricultural activities are influenced by seasonal variations in environmental conditions, farming practices, resource availability and market conditions.</a:t>
            </a:r>
          </a:p>
          <a:p>
            <a:pPr>
              <a:buNone/>
            </a:pPr>
            <a:r>
              <a:rPr lang="en-IN" sz="2800" dirty="0"/>
              <a:t>The project analyses the given agricultural dataset to investigate </a:t>
            </a:r>
            <a:r>
              <a:rPr lang="en-IN" sz="2800" b="1" dirty="0"/>
              <a:t>seasonal differences in agricultural performance</a:t>
            </a:r>
            <a:r>
              <a:rPr lang="en-IN" sz="2800" dirty="0"/>
              <a:t> by identifying meaningful: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/>
              <a:t>Patterns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/>
              <a:t>Trends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/>
              <a:t>Relationships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/>
              <a:t>Variations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/>
              <a:t>Seasonal performance differences </a:t>
            </a:r>
          </a:p>
          <a:p>
            <a:pPr>
              <a:buNone/>
            </a:pPr>
            <a:r>
              <a:rPr lang="en-IN" sz="2800" dirty="0"/>
              <a:t>The analysis helps understand how agricultural performance changes across </a:t>
            </a:r>
            <a:r>
              <a:rPr lang="en-IN" sz="2800" b="1" dirty="0"/>
              <a:t>Kharif, Rabi and Zaid seasons</a:t>
            </a:r>
            <a:r>
              <a:rPr lang="en-IN" sz="2800" dirty="0"/>
              <a:t> using statistical analysis and data visualization.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02" y="112953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074242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77FF4F-A1CC-7926-D486-FEE52E3941E8}"/>
              </a:ext>
            </a:extLst>
          </p:cNvPr>
          <p:cNvSpPr txBox="1"/>
          <p:nvPr/>
        </p:nvSpPr>
        <p:spPr>
          <a:xfrm>
            <a:off x="675956" y="2056686"/>
            <a:ext cx="85899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Seasonal Agriculture Performance Analysis</a:t>
            </a:r>
            <a:r>
              <a:rPr lang="en-IN" dirty="0"/>
              <a:t> is a data analytics project focused on understanding agricultural performance across different seasons.</a:t>
            </a:r>
          </a:p>
          <a:p>
            <a:pPr>
              <a:buNone/>
            </a:pPr>
            <a:r>
              <a:rPr lang="en-IN" dirty="0"/>
              <a:t>The dataset contains </a:t>
            </a:r>
            <a:r>
              <a:rPr lang="en-IN" b="1" dirty="0"/>
              <a:t>4,000 farm records and 28 original variables</a:t>
            </a:r>
            <a:r>
              <a:rPr lang="en-IN" dirty="0"/>
              <a:t> covering: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Geographical information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Crops and seasons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Environmental conditions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Farming practices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Production and yield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Water usage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Economic performance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Disease/Pest risk </a:t>
            </a:r>
          </a:p>
          <a:p>
            <a:pPr>
              <a:buNone/>
            </a:pPr>
            <a:r>
              <a:rPr lang="en-IN" dirty="0"/>
              <a:t>The project involved </a:t>
            </a:r>
            <a:r>
              <a:rPr lang="en-IN" b="1" dirty="0"/>
              <a:t>data understanding, data quality analysis, contextual missing-value treatment, statistical analysis, univariate analysis, outlier analysis, bivariate analysis, multivariate analysis and seasonal comparison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The final analysis was used to identify important patterns and provide evidence-based recommendations for seasonal agricultural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BAD98-6485-FE0E-692A-11194BC5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16172-C6BC-B189-96FF-CF5DE0EBA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074242"/>
            <a:ext cx="6276109" cy="830997"/>
          </a:xfrm>
        </p:spPr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31880-7DE5-24F7-EB59-320CD20FB8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D22ABD-8EFB-3447-82F3-7DAF6090C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4A0500-90C3-D38F-920B-2F3104246AF3}"/>
              </a:ext>
            </a:extLst>
          </p:cNvPr>
          <p:cNvSpPr txBox="1"/>
          <p:nvPr/>
        </p:nvSpPr>
        <p:spPr>
          <a:xfrm>
            <a:off x="675956" y="2056686"/>
            <a:ext cx="85899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Objectives of the Project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Explore and understand the agricultural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and treat missing values and data-quality issues.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Examine agricultural performance across seasons.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Analyse relationships between environmental and agricultural variables.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Compare crop and seasonal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Analyse production, profit and resource usage.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Identify unusual observations and outliers.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Study water usage and water efficiency.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 statistical and visualization techniques to interpret the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Provide evidence-based insights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07589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Farmers and agricultural practitioners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Agricultural planners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Agricultural researchers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Government and agriculture departments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Irrigation and resource-management planners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Agribusiness organizations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Data analysts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Students and academic researchers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CA5AFE-781E-9671-97CD-3E4E4CA7A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064853"/>
              </p:ext>
            </p:extLst>
          </p:nvPr>
        </p:nvGraphicFramePr>
        <p:xfrm>
          <a:off x="1472929" y="1757680"/>
          <a:ext cx="8128000" cy="282956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tableStyleId>{D113A9D2-9D6B-4929-AA2D-F23B5EE8CBE7}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8810820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55207781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</a:rPr>
                        <a:t>Programming Language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</a:rPr>
                        <a:t>Analytical Techniques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100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Python </a:t>
                      </a:r>
                    </a:p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Libraries &amp; Tools: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Pandas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NumPy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Matplotlib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Seaborn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Google Colab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Descriptive Statistics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Group-wise Analysis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Univariate Analysis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Outlier Analysis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Bivariate Analysis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Multivariate Analysis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Seasonal Comparison </a:t>
                      </a:r>
                    </a:p>
                    <a:p>
                      <a:pPr lvl="0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Data Visualization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897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40086" cy="830997"/>
          </a:xfrm>
        </p:spPr>
        <p:txBody>
          <a:bodyPr>
            <a:normAutofit/>
          </a:bodyPr>
          <a:lstStyle/>
          <a:p>
            <a:r>
              <a:rPr lang="en-GB" sz="3600" dirty="0"/>
              <a:t>RESULTS: </a:t>
            </a:r>
            <a:r>
              <a:rPr lang="en-IN" sz="3600" dirty="0"/>
              <a:t>Seasonal Performance Comparison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2AC0C9-572B-3CE1-4D2C-01B8F223A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076213"/>
            <a:ext cx="7851502" cy="539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693083" cy="830997"/>
          </a:xfrm>
        </p:spPr>
        <p:txBody>
          <a:bodyPr>
            <a:noAutofit/>
          </a:bodyPr>
          <a:lstStyle/>
          <a:p>
            <a:r>
              <a:rPr lang="en-GB" sz="3600" dirty="0"/>
              <a:t>RESULTS: </a:t>
            </a:r>
            <a:r>
              <a:rPr lang="en-IN" sz="3600" dirty="0"/>
              <a:t>Outlier Analysis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3420F7-E734-1740-CE3E-BB5E921D2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91" y="1309621"/>
            <a:ext cx="8724221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605203" cy="830997"/>
          </a:xfrm>
        </p:spPr>
        <p:txBody>
          <a:bodyPr>
            <a:noAutofit/>
          </a:bodyPr>
          <a:lstStyle/>
          <a:p>
            <a:r>
              <a:rPr lang="en-GB" sz="3600" dirty="0"/>
              <a:t>RESULTS: </a:t>
            </a:r>
            <a:r>
              <a:rPr lang="en-IN" sz="3600" dirty="0"/>
              <a:t>Relationship Between Revenue and Farm Profit</a:t>
            </a:r>
            <a:r>
              <a:rPr lang="en-GB" sz="3600" dirty="0"/>
              <a:t>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23539D-F026-BEF2-66A9-69671D4EE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92" y="1487170"/>
            <a:ext cx="8724221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605203" cy="830997"/>
          </a:xfrm>
        </p:spPr>
        <p:txBody>
          <a:bodyPr>
            <a:noAutofit/>
          </a:bodyPr>
          <a:lstStyle/>
          <a:p>
            <a:r>
              <a:rPr lang="en-GB" sz="3600" dirty="0"/>
              <a:t>RESULTS: </a:t>
            </a:r>
            <a:r>
              <a:rPr lang="en-IN" sz="3600" dirty="0"/>
              <a:t>Production Performance by Irrigation Method</a:t>
            </a:r>
            <a:r>
              <a:rPr lang="en-GB" sz="3600" dirty="0"/>
              <a:t>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FB4077-84A5-1B44-FE51-CBFC24B5A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669" y="1608410"/>
            <a:ext cx="8724221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306243" cy="830997"/>
          </a:xfrm>
        </p:spPr>
        <p:txBody>
          <a:bodyPr>
            <a:noAutofit/>
          </a:bodyPr>
          <a:lstStyle/>
          <a:p>
            <a:r>
              <a:rPr lang="en-GB" sz="3600" dirty="0"/>
              <a:t>RESULTS: </a:t>
            </a:r>
            <a:r>
              <a:rPr lang="en-IN" sz="3600" dirty="0"/>
              <a:t>Disease/Pest Risk by Irrigation Method</a:t>
            </a:r>
            <a:r>
              <a:rPr lang="en-GB" sz="3600" dirty="0"/>
              <a:t> </a:t>
            </a:r>
            <a:endParaRPr lang="en-IN" sz="3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F124CC-1501-5275-FF8B-3148F9258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390650"/>
            <a:ext cx="8724221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882535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7492E-C6C0-51B7-33E2-A3749E8F3ED7}"/>
              </a:ext>
            </a:extLst>
          </p:cNvPr>
          <p:cNvSpPr txBox="1"/>
          <p:nvPr/>
        </p:nvSpPr>
        <p:spPr>
          <a:xfrm>
            <a:off x="868680" y="2015234"/>
            <a:ext cx="819912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Include larger and more recent agricultural datasets.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 more geographical and environmental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Analyse longer-term seasonal trends.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 real-time weather and rainfall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Include additional soil and crop-health parameters.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predictive models in future work.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interactive dashboards for decision support.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Extend analysis to more states, crops and farming regions.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Validate findings using real-world field data.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79820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GitHub Repository</a:t>
            </a:r>
            <a:endParaRPr lang="en-IN" sz="2000" dirty="0"/>
          </a:p>
          <a:p>
            <a:pPr>
              <a:buNone/>
            </a:pPr>
            <a:r>
              <a:rPr lang="en-IN" sz="2000" b="1" dirty="0"/>
              <a:t>Seasonal Agriculture Performance Analysis</a:t>
            </a:r>
            <a:endParaRPr lang="en-IN" sz="2000" dirty="0"/>
          </a:p>
          <a:p>
            <a:pPr>
              <a:buNone/>
            </a:pPr>
            <a:r>
              <a:rPr lang="en-IN" sz="2000" b="1" dirty="0"/>
              <a:t>Repository:</a:t>
            </a:r>
            <a:br>
              <a:rPr lang="en-IN" sz="2000" dirty="0"/>
            </a:br>
            <a:r>
              <a:rPr lang="en-IN" sz="2000" dirty="0">
                <a:latin typeface="Courier New" panose="02070309020205020404" pitchFamily="49" charset="0"/>
              </a:rPr>
              <a:t>https://github.com/</a:t>
            </a:r>
            <a:endParaRPr lang="en-IN" sz="2000" dirty="0"/>
          </a:p>
          <a:p>
            <a:pPr>
              <a:buNone/>
            </a:pPr>
            <a:r>
              <a:rPr lang="en-IN" sz="2000" b="1" dirty="0"/>
              <a:t>Project Contents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Google Colab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Data cleaning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Statistical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Visualizations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Seasonal comparison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Key insights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Recommendations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Project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71144E-B0D0-6A16-A31F-B6E3683C6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65" y="1511483"/>
            <a:ext cx="7365295" cy="518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320848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1394</TotalTime>
  <Words>675</Words>
  <Application>Microsoft Office PowerPoint</Application>
  <PresentationFormat>Widescreen</PresentationFormat>
  <Paragraphs>120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Project Title –  SEASONAL AGRICULTURE PERFORMANCE ANALYSIS</vt:lpstr>
      <vt:lpstr>PROBLEM  STATEMENT</vt:lpstr>
      <vt:lpstr>Project Description </vt:lpstr>
      <vt:lpstr>Objectives</vt:lpstr>
      <vt:lpstr>WHO ARE THE END USERS?</vt:lpstr>
      <vt:lpstr>Technology Used</vt:lpstr>
      <vt:lpstr>RESULTS: Seasonal Performance Comparison</vt:lpstr>
      <vt:lpstr>RESULTS: Outlier Analysis</vt:lpstr>
      <vt:lpstr>RESULTS: Relationship Between Revenue and Farm Profit </vt:lpstr>
      <vt:lpstr>RESULTS: Production Performance by Irrigation Method </vt:lpstr>
      <vt:lpstr>RESULTS: Disease/Pest Risk by Irrigation Method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Radhika Singh</cp:lastModifiedBy>
  <cp:revision>98</cp:revision>
  <dcterms:created xsi:type="dcterms:W3CDTF">2021-07-11T13:13:15Z</dcterms:created>
  <dcterms:modified xsi:type="dcterms:W3CDTF">2026-09-15T04:41:48Z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